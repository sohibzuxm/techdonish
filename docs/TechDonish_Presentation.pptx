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188720"/>
          </a:xfrm>
          <a:prstGeom prst="rect">
            <a:avLst/>
          </a:prstGeom>
          <a:solidFill>
            <a:srgbClr val="142966"/>
          </a:solidFill>
          <a:ln w="12700">
            <a:solidFill>
              <a:srgbClr val="1429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188720"/>
            <a:ext cx="1280160" cy="822960"/>
          </a:xfrm>
          <a:prstGeom prst="rect">
            <a:avLst/>
          </a:prstGeom>
          <a:solidFill>
            <a:srgbClr val="0D1F52"/>
          </a:solidFill>
          <a:ln w="12700">
            <a:solidFill>
              <a:srgbClr val="0D1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EDUCATION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TechDonish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Students, Teachers, Parents &amp; Admins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real-time platform.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8046720" cy="0"/>
          </a:xfrm>
          <a:prstGeom prst="line">
            <a:avLst/>
          </a:prstGeom>
          <a:noFill/>
          <a:ln w="15240">
            <a:solidFill>
              <a:srgbClr val="1D3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651760"/>
            <a:ext cx="1828800" cy="1143000"/>
          </a:xfrm>
          <a:prstGeom prst="rect">
            <a:avLst/>
          </a:prstGeom>
          <a:solidFill>
            <a:srgbClr val="162D6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51760"/>
            <a:ext cx="18288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2651760"/>
            <a:ext cx="1828800" cy="1143000"/>
          </a:xfrm>
          <a:prstGeom prst="rect">
            <a:avLst/>
          </a:prstGeom>
          <a:solidFill>
            <a:srgbClr val="162D6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651760"/>
            <a:ext cx="18288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v1.0.0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651760"/>
            <a:ext cx="1828800" cy="1143000"/>
          </a:xfrm>
          <a:prstGeom prst="rect">
            <a:avLst/>
          </a:prstGeom>
          <a:solidFill>
            <a:srgbClr val="162D6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651760"/>
            <a:ext cx="18288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651760"/>
            <a:ext cx="1828800" cy="1143000"/>
          </a:xfrm>
          <a:prstGeom prst="rect">
            <a:avLst/>
          </a:prstGeom>
          <a:solidFill>
            <a:srgbClr val="162D6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651760"/>
            <a:ext cx="18288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· Android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Web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0142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319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Native 0.83 + Expo ~55 + TypeScript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3616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2793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Firestore &amp; Storage — fully cloud-based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7091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6268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 across all users with zero manual refresh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150"/>
          </a:solidFill>
          <a:ln w="12700">
            <a:solidFill>
              <a:srgbClr val="0F21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user can do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07008"/>
            <a:ext cx="80467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070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37307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classes &amp; course details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grades, GPA &amp; attendance records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teacher-shared resources &amp; files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class schedule &amp; upcoming sessions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20116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01768" y="1207008"/>
            <a:ext cx="80467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2070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1572768"/>
            <a:ext cx="37307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assigned classes &amp; gradebook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exams &amp; record student grades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resources (links / documents)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sessions &amp; track attendance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20116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2968"/>
            <a:ext cx="804672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1729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538728"/>
            <a:ext cx="37307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children's academic progress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records &amp; grade reports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shared class resources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session &amp; activity updates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63240"/>
            <a:ext cx="20116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01768" y="3172968"/>
            <a:ext cx="804672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1729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01768" y="3538728"/>
            <a:ext cx="37307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courses and classes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teachers to classes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user accounts &amp; enrollments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parent accounts to students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gets its own dashboard, navigation tabs, and dedicated data views.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321040" cy="0"/>
          </a:xfrm>
          <a:prstGeom prst="line">
            <a:avLst/>
          </a:prstGeom>
          <a:noFill/>
          <a:ln w="12700">
            <a:solidFill>
              <a:srgbClr val="1D3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5120640" cy="1115568"/>
          </a:xfrm>
          <a:prstGeom prst="rect">
            <a:avLst/>
          </a:prstGeom>
          <a:solidFill>
            <a:srgbClr val="0D1D4F"/>
          </a:solidFill>
          <a:ln w="12700">
            <a:solidFill>
              <a:srgbClr val="1A2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51206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533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0.83 · Expo ~55 ·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v12  (Auth · Firestore · Storage)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· Expo Vector Icons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5120640" cy="1115568"/>
          </a:xfrm>
          <a:prstGeom prst="rect">
            <a:avLst/>
          </a:prstGeom>
          <a:solidFill>
            <a:srgbClr val="0D1D4F"/>
          </a:solidFill>
          <a:ln w="12700">
            <a:solidFill>
              <a:srgbClr val="1A2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51176"/>
            <a:ext cx="5120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password sign-up &amp; sign-in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 pending → active → disabled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gate for new accounts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5120640" cy="1115568"/>
          </a:xfrm>
          <a:prstGeom prst="rect">
            <a:avLst/>
          </a:prstGeom>
          <a:solidFill>
            <a:srgbClr val="0D1D4F"/>
          </a:solidFill>
          <a:ln w="12700">
            <a:solidFill>
              <a:srgbClr val="1A2F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03904"/>
            <a:ext cx="5120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58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collections: users, courses, classes,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enrollments, grades, attendance,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classSessions, resources, exams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298448"/>
            <a:ext cx="2926080" cy="1481328"/>
          </a:xfrm>
          <a:prstGeom prst="rect">
            <a:avLst/>
          </a:prstGeom>
          <a:solidFill>
            <a:srgbClr val="0D1D4F"/>
          </a:solidFill>
          <a:ln w="12700">
            <a:solidFill>
              <a:srgbClr val="1A2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298448"/>
            <a:ext cx="29260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HOOKS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useRealtimeList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useRealtimeDocsByIds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useRealtimeWhereIn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340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onSnapshot listeners — zero manual refresh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2907792"/>
            <a:ext cx="2926080" cy="2029968"/>
          </a:xfrm>
          <a:prstGeom prst="rect">
            <a:avLst/>
          </a:prstGeom>
          <a:solidFill>
            <a:srgbClr val="0D1D4F"/>
          </a:solidFill>
          <a:ln w="12700">
            <a:solidFill>
              <a:srgbClr val="1A2F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907792"/>
            <a:ext cx="29260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16752" y="33375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7900" y="3438144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BootScreen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16752" y="3666744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7900" y="3767328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WelcomeScreen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16752" y="3995928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7900" y="4096512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RoleAuthScreen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16752" y="432511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7900" y="4425696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4261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PendingApproval  (if needed)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16752" y="4654296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45902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 (Student / Teacher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Parent / Admin Tabs)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TechDonish — Mobile Education Platform</dc:title>
  <dc:subject>PptxGenJS Presentation</dc:subject>
  <dc:creator>TechDonish</dc:creator>
  <cp:lastModifiedBy>TechDonish</cp:lastModifiedBy>
  <cp:revision>1</cp:revision>
  <dcterms:created xsi:type="dcterms:W3CDTF">2026-04-13T20:38:00Z</dcterms:created>
  <dcterms:modified xsi:type="dcterms:W3CDTF">2026-04-13T20:38:00Z</dcterms:modified>
</cp:coreProperties>
</file>